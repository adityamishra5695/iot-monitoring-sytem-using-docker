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82"/>
  </p:normalViewPr>
  <p:slideViewPr>
    <p:cSldViewPr snapToGrid="0">
      <p:cViewPr varScale="1">
        <p:scale>
          <a:sx n="88" d="100"/>
          <a:sy n="88" d="100"/>
        </p:scale>
        <p:origin x="176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049CB-6310-8043-B565-B41B893038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EBD9EA-0214-23C1-45C4-A5E9F11F74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E1D6A-D599-292F-17CD-59533D6EC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6B080-BC3F-2C43-8062-B05737CDC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82D58-6841-FF04-ADDF-D8EA0F86F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BD93E-84AF-5C66-2C74-DED790BE2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C6CA9-117A-D74E-826A-BA1B1FB1E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555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1F201-B8D4-3729-C7AD-3C3B5A5DD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38A9D-67B2-1400-07E2-6AF6E8D32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C18BF-A2CD-6C01-DC09-5A2C904B2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6B080-BC3F-2C43-8062-B05737CDC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6184D-FFBF-BC41-21EA-493B756DC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91A7D1-8BD9-8A8D-6310-603863F0B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C6CA9-117A-D74E-826A-BA1B1FB1E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958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FD0BF-770D-01EC-1A7B-6C9C13225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B99079-79C0-76E6-0906-F54D503ADC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8C8CB-1C6F-245E-F3AB-B56EB07A4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6B080-BC3F-2C43-8062-B05737CDC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179F7-D97B-723F-F416-1D2F1F5FE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A225F-B811-B0E6-6D84-842454471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C6CA9-117A-D74E-826A-BA1B1FB1E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236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553BD-BB31-819A-0A77-9F8D3FC6F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0D6AF-8A3D-0445-63BE-321D568BD4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1D5212-68B9-06FD-F6C4-4F159131B3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66B648-01CF-CE83-9549-66E8314A0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6B080-BC3F-2C43-8062-B05737CDC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2B8654-A736-BD6E-2D50-57FF293B3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53CD8E-3389-ED20-68E5-BCEBD4A36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C6CA9-117A-D74E-826A-BA1B1FB1E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01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F558B-FCB6-1422-EAC9-913363773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3A26A-B036-E894-0353-E56EF3616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7725C7-B947-28BA-3C91-5F96B825B6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7E2242-63EA-02F6-1EE7-FB93CBD568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3423B2-60C6-692D-9055-455837BC99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E97138-181E-DBB2-6A10-D2A2F34AA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6B080-BC3F-2C43-8062-B05737CDC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EE75B3-D678-6781-F1B6-E6EE1043C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ED5C0F-6970-C049-133E-F4D9F257E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C6CA9-117A-D74E-826A-BA1B1FB1E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629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8FC8A-B5C1-2F4D-C3DE-8D10BB085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B7552D-5455-B0A0-E46A-D84E1529F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6B080-BC3F-2C43-8062-B05737CDC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36CA93-BD87-9740-B6EC-E4072653D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46F507-D568-EAFD-D9A9-3D293CED5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C6CA9-117A-D74E-826A-BA1B1FB1E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837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36F8E1-5B0A-4B0D-3366-A1AAA75E7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6B080-BC3F-2C43-8062-B05737CDC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D553CE-BA95-A498-670D-26379504B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615B64-E055-F602-88D8-E07517814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C6CA9-117A-D74E-826A-BA1B1FB1E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95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93E95-47FD-4264-9420-C7A2AF99F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63225-4C22-8E43-7D73-3E926D6D3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F65C80-5B8A-6383-3B36-DDE3341A4F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74DFD4-E195-9119-E1FC-04827CEF5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6B080-BC3F-2C43-8062-B05737CDC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E7C4FB-F547-FE6A-AD6E-35B771183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58A49E-FAEB-FE40-91E9-4C17D4A04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C6CA9-117A-D74E-826A-BA1B1FB1E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0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0F520-6BD7-0D9E-507E-128DF1F2B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7BDF05-BA3B-6F93-7AF5-89767C9066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0F084F-A5BD-40E2-F9AD-50BFE6E973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EBBA03-E3D0-E884-ED10-3A658B03B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6B080-BC3F-2C43-8062-B05737CDC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B46B62-8C66-BDA5-B1DA-A4ACC013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856CA8-168C-B076-1A00-C372F6AE3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C6CA9-117A-D74E-826A-BA1B1FB1E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463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7AD6B-51EB-1AAF-B512-531A591F0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604E8E-B6AE-E737-BF68-790C2F9EFF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BE724-A48C-DAE1-1C09-F3A7383EE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6B080-BC3F-2C43-8062-B05737CDC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D1E67-1F86-CC04-8EB7-4A21F417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7A99E-5A35-0462-D71A-ED0D74910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C6CA9-117A-D74E-826A-BA1B1FB1E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427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F736B3-9576-949D-59DE-81FB36A176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424D06-04CC-3C20-E6FE-6357B0427A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A89C2-E958-06C8-90B9-6E6B420FF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6B080-BC3F-2C43-8062-B05737CDC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B10B5-CF3D-8C39-523D-31475E520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E924A-DF33-A545-F496-37BC0CEDB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C6CA9-117A-D74E-826A-BA1B1FB1E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855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8C9393-1950-0B22-9FA5-96CFC1F8F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894C4-1460-0C6D-F937-47D77B3B0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0083A-5428-C781-56F5-C5C254EF91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D6B080-BC3F-2C43-8062-B05737CDC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0116F-6CFA-5CEA-C227-548E9FA410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6DF778-3809-179A-1B08-701AF510CE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8C6CA9-117A-D74E-826A-BA1B1FB1E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127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hub.docker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47A8A8D-2233-2562-97C6-ADE34E400374}"/>
              </a:ext>
            </a:extLst>
          </p:cNvPr>
          <p:cNvSpPr txBox="1"/>
          <p:nvPr/>
        </p:nvSpPr>
        <p:spPr>
          <a:xfrm>
            <a:off x="1203767" y="775504"/>
            <a:ext cx="3511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Docker Installation on Raspberry pi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9F9C1E-472B-B44D-A4CD-67B53580D845}"/>
              </a:ext>
            </a:extLst>
          </p:cNvPr>
          <p:cNvSpPr txBox="1"/>
          <p:nvPr/>
        </p:nvSpPr>
        <p:spPr>
          <a:xfrm>
            <a:off x="1320800" y="1770743"/>
            <a:ext cx="49271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 </a:t>
            </a:r>
            <a:r>
              <a:rPr lang="en-US" dirty="0" err="1"/>
              <a:t>sudo</a:t>
            </a:r>
            <a:r>
              <a:rPr lang="en-US" dirty="0"/>
              <a:t> apt update &amp;&amp; </a:t>
            </a:r>
            <a:r>
              <a:rPr lang="en-US" dirty="0" err="1"/>
              <a:t>sudo</a:t>
            </a:r>
            <a:r>
              <a:rPr lang="en-US" dirty="0"/>
              <a:t> apt upgrade –y</a:t>
            </a:r>
          </a:p>
          <a:p>
            <a:r>
              <a:rPr lang="en-US" dirty="0"/>
              <a:t>$ </a:t>
            </a:r>
            <a:r>
              <a:rPr lang="en-IN" dirty="0"/>
              <a:t>curl -</a:t>
            </a:r>
            <a:r>
              <a:rPr lang="en-IN" dirty="0" err="1"/>
              <a:t>fsSL</a:t>
            </a:r>
            <a:r>
              <a:rPr lang="en-IN" dirty="0"/>
              <a:t> https://</a:t>
            </a:r>
            <a:r>
              <a:rPr lang="en-IN" dirty="0" err="1"/>
              <a:t>get.docker.com</a:t>
            </a:r>
            <a:r>
              <a:rPr lang="en-IN" dirty="0"/>
              <a:t> -o get-</a:t>
            </a:r>
            <a:r>
              <a:rPr lang="en-IN" dirty="0" err="1"/>
              <a:t>docker.sh</a:t>
            </a:r>
            <a:endParaRPr lang="en-US" dirty="0"/>
          </a:p>
          <a:p>
            <a:r>
              <a:rPr lang="en-US" dirty="0"/>
              <a:t>$ </a:t>
            </a:r>
            <a:r>
              <a:rPr lang="en-IN" dirty="0" err="1"/>
              <a:t>sudo</a:t>
            </a:r>
            <a:r>
              <a:rPr lang="en-IN" dirty="0"/>
              <a:t> </a:t>
            </a:r>
            <a:r>
              <a:rPr lang="en-IN" dirty="0" err="1"/>
              <a:t>sh</a:t>
            </a:r>
            <a:r>
              <a:rPr lang="en-IN" dirty="0"/>
              <a:t> get-</a:t>
            </a:r>
            <a:r>
              <a:rPr lang="en-IN" dirty="0" err="1"/>
              <a:t>docker.sh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7C04D7-17D7-14D6-9B1B-30DE41A427D4}"/>
              </a:ext>
            </a:extLst>
          </p:cNvPr>
          <p:cNvSpPr txBox="1"/>
          <p:nvPr/>
        </p:nvSpPr>
        <p:spPr>
          <a:xfrm>
            <a:off x="1320800" y="3569732"/>
            <a:ext cx="4654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docs.docker.com</a:t>
            </a:r>
            <a:r>
              <a:rPr lang="en-US" dirty="0"/>
              <a:t>/engine/install/</a:t>
            </a:r>
            <a:r>
              <a:rPr lang="en-US" dirty="0" err="1"/>
              <a:t>debian</a:t>
            </a:r>
            <a:r>
              <a:rPr lang="en-US" dirty="0"/>
              <a:t>/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E502DC-0D61-B767-680F-3303D5E919DD}"/>
              </a:ext>
            </a:extLst>
          </p:cNvPr>
          <p:cNvSpPr txBox="1"/>
          <p:nvPr/>
        </p:nvSpPr>
        <p:spPr>
          <a:xfrm>
            <a:off x="1331445" y="3200400"/>
            <a:ext cx="3790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Installation using a convenience script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77C430-F69B-F7A0-8657-70BD0F5FF45E}"/>
              </a:ext>
            </a:extLst>
          </p:cNvPr>
          <p:cNvSpPr txBox="1"/>
          <p:nvPr/>
        </p:nvSpPr>
        <p:spPr>
          <a:xfrm>
            <a:off x="1320800" y="4013982"/>
            <a:ext cx="3072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 check the version of docker </a:t>
            </a:r>
          </a:p>
          <a:p>
            <a:r>
              <a:rPr lang="en-US" dirty="0"/>
              <a:t>$ </a:t>
            </a:r>
            <a:r>
              <a:rPr lang="en-US" dirty="0" err="1"/>
              <a:t>sudo</a:t>
            </a:r>
            <a:r>
              <a:rPr lang="en-US" dirty="0"/>
              <a:t> docker -v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271C34-FC48-AEF4-C4D8-857C6E52A7C1}"/>
              </a:ext>
            </a:extLst>
          </p:cNvPr>
          <p:cNvSpPr txBox="1"/>
          <p:nvPr/>
        </p:nvSpPr>
        <p:spPr>
          <a:xfrm>
            <a:off x="5975664" y="4013982"/>
            <a:ext cx="34697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 remove the </a:t>
            </a:r>
            <a:r>
              <a:rPr lang="en-US" dirty="0" err="1"/>
              <a:t>sudo</a:t>
            </a:r>
            <a:r>
              <a:rPr lang="en-US" dirty="0"/>
              <a:t> command </a:t>
            </a:r>
          </a:p>
          <a:p>
            <a:r>
              <a:rPr lang="en-US" dirty="0"/>
              <a:t>$ </a:t>
            </a: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usermod</a:t>
            </a:r>
            <a:r>
              <a:rPr lang="en-US" dirty="0"/>
              <a:t> –</a:t>
            </a:r>
            <a:r>
              <a:rPr lang="en-US" dirty="0" err="1"/>
              <a:t>aG</a:t>
            </a:r>
            <a:r>
              <a:rPr lang="en-US" dirty="0"/>
              <a:t> docker $USER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0005BF-23E5-4B66-D967-189A2AC7E876}"/>
              </a:ext>
            </a:extLst>
          </p:cNvPr>
          <p:cNvSpPr txBox="1"/>
          <p:nvPr/>
        </p:nvSpPr>
        <p:spPr>
          <a:xfrm>
            <a:off x="9445460" y="4290981"/>
            <a:ext cx="1988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Then reboot the Pi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040690-F155-7958-006F-1EB8E8C25603}"/>
              </a:ext>
            </a:extLst>
          </p:cNvPr>
          <p:cNvSpPr txBox="1"/>
          <p:nvPr/>
        </p:nvSpPr>
        <p:spPr>
          <a:xfrm>
            <a:off x="1436914" y="5152571"/>
            <a:ext cx="2493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 docker run hello-world</a:t>
            </a:r>
          </a:p>
        </p:txBody>
      </p:sp>
    </p:spTree>
    <p:extLst>
      <p:ext uri="{BB962C8B-B14F-4D97-AF65-F5344CB8AC3E}">
        <p14:creationId xmlns:p14="http://schemas.microsoft.com/office/powerpoint/2010/main" val="3494692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F3D515-E4AB-A622-9C55-1FBFBE2E01D0}"/>
              </a:ext>
            </a:extLst>
          </p:cNvPr>
          <p:cNvSpPr txBox="1"/>
          <p:nvPr/>
        </p:nvSpPr>
        <p:spPr>
          <a:xfrm>
            <a:off x="1175657" y="609600"/>
            <a:ext cx="7931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Open docker hub : </a:t>
            </a:r>
            <a:r>
              <a:rPr lang="en-US" dirty="0">
                <a:hlinkClick r:id="rId2"/>
              </a:rPr>
              <a:t>https://hub.docker.com/</a:t>
            </a:r>
            <a:r>
              <a:rPr lang="en-US" dirty="0"/>
              <a:t> and on this web page search </a:t>
            </a:r>
            <a:r>
              <a:rPr lang="en-US" dirty="0" err="1"/>
              <a:t>portainer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10BA34-8348-96AA-4D48-E9752C607337}"/>
              </a:ext>
            </a:extLst>
          </p:cNvPr>
          <p:cNvSpPr txBox="1"/>
          <p:nvPr/>
        </p:nvSpPr>
        <p:spPr>
          <a:xfrm>
            <a:off x="1175657" y="978932"/>
            <a:ext cx="4785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hub.docker.com</a:t>
            </a:r>
            <a:r>
              <a:rPr lang="en-US" dirty="0"/>
              <a:t>/r/</a:t>
            </a:r>
            <a:r>
              <a:rPr lang="en-US" dirty="0" err="1"/>
              <a:t>portainer</a:t>
            </a:r>
            <a:r>
              <a:rPr lang="en-US" dirty="0"/>
              <a:t>/</a:t>
            </a:r>
            <a:r>
              <a:rPr lang="en-US" dirty="0" err="1"/>
              <a:t>portainer-ce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72E583-D89D-C945-8718-B956AE5D8728}"/>
              </a:ext>
            </a:extLst>
          </p:cNvPr>
          <p:cNvSpPr txBox="1"/>
          <p:nvPr/>
        </p:nvSpPr>
        <p:spPr>
          <a:xfrm>
            <a:off x="1175657" y="1532930"/>
            <a:ext cx="45304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Install </a:t>
            </a:r>
            <a:r>
              <a:rPr lang="en-US" dirty="0" err="1"/>
              <a:t>portainer</a:t>
            </a:r>
            <a:r>
              <a:rPr lang="en-US" dirty="0"/>
              <a:t> </a:t>
            </a:r>
          </a:p>
          <a:p>
            <a:r>
              <a:rPr lang="en-US" dirty="0"/>
              <a:t>$ docker pull </a:t>
            </a:r>
            <a:r>
              <a:rPr lang="en-US" dirty="0" err="1"/>
              <a:t>portainer</a:t>
            </a:r>
            <a:r>
              <a:rPr lang="en-US" dirty="0"/>
              <a:t>/</a:t>
            </a:r>
            <a:r>
              <a:rPr lang="en-US" dirty="0" err="1"/>
              <a:t>portainer-ce:alpine-sts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F93442-3C45-417B-4C6B-97178F7BAD0E}"/>
              </a:ext>
            </a:extLst>
          </p:cNvPr>
          <p:cNvSpPr txBox="1"/>
          <p:nvPr/>
        </p:nvSpPr>
        <p:spPr>
          <a:xfrm>
            <a:off x="1175657" y="2363927"/>
            <a:ext cx="38434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Deploy </a:t>
            </a:r>
            <a:r>
              <a:rPr lang="en-US" dirty="0" err="1"/>
              <a:t>portainer</a:t>
            </a:r>
            <a:r>
              <a:rPr lang="en-US" dirty="0"/>
              <a:t> </a:t>
            </a:r>
          </a:p>
          <a:p>
            <a:r>
              <a:rPr lang="en-US" dirty="0"/>
              <a:t>$ docker volume create </a:t>
            </a:r>
            <a:r>
              <a:rPr lang="en-US" dirty="0" err="1"/>
              <a:t>portainer_data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27D248-35FA-CD26-98AB-E3DB9B3BDFEA}"/>
              </a:ext>
            </a:extLst>
          </p:cNvPr>
          <p:cNvSpPr txBox="1"/>
          <p:nvPr/>
        </p:nvSpPr>
        <p:spPr>
          <a:xfrm>
            <a:off x="1277257" y="3323771"/>
            <a:ext cx="98842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Download and install the </a:t>
            </a:r>
            <a:r>
              <a:rPr lang="en-US" dirty="0" err="1"/>
              <a:t>portainer</a:t>
            </a:r>
            <a:r>
              <a:rPr lang="en-US" dirty="0"/>
              <a:t> server container </a:t>
            </a:r>
          </a:p>
          <a:p>
            <a:r>
              <a:rPr lang="en-US" dirty="0"/>
              <a:t>$ docker run -d -p 8000:8000 -p 9443:9443 --name </a:t>
            </a:r>
            <a:r>
              <a:rPr lang="en-US" dirty="0" err="1"/>
              <a:t>portainer</a:t>
            </a:r>
            <a:r>
              <a:rPr lang="en-US" dirty="0"/>
              <a:t> --restart=always -v /var/run/</a:t>
            </a:r>
            <a:r>
              <a:rPr lang="en-US" dirty="0" err="1"/>
              <a:t>docker.sock</a:t>
            </a:r>
            <a:r>
              <a:rPr lang="en-US" dirty="0"/>
              <a:t>:/var/run/</a:t>
            </a:r>
            <a:r>
              <a:rPr lang="en-US" dirty="0" err="1"/>
              <a:t>docker.sock</a:t>
            </a:r>
            <a:r>
              <a:rPr lang="en-US" dirty="0"/>
              <a:t> -v </a:t>
            </a:r>
            <a:r>
              <a:rPr lang="en-US" dirty="0" err="1"/>
              <a:t>portainer_data</a:t>
            </a:r>
            <a:r>
              <a:rPr lang="en-US" dirty="0"/>
              <a:t>:/data </a:t>
            </a:r>
            <a:r>
              <a:rPr lang="en-US" dirty="0" err="1"/>
              <a:t>portainer</a:t>
            </a:r>
            <a:r>
              <a:rPr lang="en-US" dirty="0"/>
              <a:t>/</a:t>
            </a:r>
            <a:r>
              <a:rPr lang="en-US" dirty="0" err="1"/>
              <a:t>portainer-ce:sts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304C9B-19C7-9150-A37E-04609CA62087}"/>
              </a:ext>
            </a:extLst>
          </p:cNvPr>
          <p:cNvSpPr txBox="1"/>
          <p:nvPr/>
        </p:nvSpPr>
        <p:spPr>
          <a:xfrm>
            <a:off x="5531956" y="5879068"/>
            <a:ext cx="22529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Docker stop </a:t>
            </a:r>
            <a:r>
              <a:rPr lang="en-US" dirty="0" err="1"/>
              <a:t>portainer</a:t>
            </a:r>
            <a:endParaRPr lang="en-US" dirty="0"/>
          </a:p>
          <a:p>
            <a:r>
              <a:rPr lang="en-US" dirty="0"/>
              <a:t>Docker start </a:t>
            </a:r>
            <a:r>
              <a:rPr lang="en-US" dirty="0" err="1"/>
              <a:t>portainer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B78E79-4A97-5053-F385-A85ED214EB78}"/>
              </a:ext>
            </a:extLst>
          </p:cNvPr>
          <p:cNvSpPr txBox="1"/>
          <p:nvPr/>
        </p:nvSpPr>
        <p:spPr>
          <a:xfrm>
            <a:off x="1175657" y="4508083"/>
            <a:ext cx="47448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Open the web browser on your system and type </a:t>
            </a:r>
          </a:p>
          <a:p>
            <a:r>
              <a:rPr lang="en-US" dirty="0"/>
              <a:t>https://&lt;</a:t>
            </a:r>
            <a:r>
              <a:rPr lang="en-US" dirty="0" err="1"/>
              <a:t>ip_address_of_pi</a:t>
            </a:r>
            <a:r>
              <a:rPr lang="en-US" dirty="0"/>
              <a:t>&gt;:9443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EC35A1-AB19-433C-FF92-8B1C36DB7FE5}"/>
              </a:ext>
            </a:extLst>
          </p:cNvPr>
          <p:cNvSpPr txBox="1"/>
          <p:nvPr/>
        </p:nvSpPr>
        <p:spPr>
          <a:xfrm>
            <a:off x="1262742" y="5306369"/>
            <a:ext cx="9915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Default user name is admin -&gt; change user name and give password within 5 mins and create container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74D456-AE6E-4274-6519-0B10D413FED4}"/>
              </a:ext>
            </a:extLst>
          </p:cNvPr>
          <p:cNvSpPr txBox="1"/>
          <p:nvPr/>
        </p:nvSpPr>
        <p:spPr>
          <a:xfrm>
            <a:off x="1291771" y="5901455"/>
            <a:ext cx="4069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5 mins have passed – use the following </a:t>
            </a:r>
          </a:p>
        </p:txBody>
      </p:sp>
    </p:spTree>
    <p:extLst>
      <p:ext uri="{BB962C8B-B14F-4D97-AF65-F5344CB8AC3E}">
        <p14:creationId xmlns:p14="http://schemas.microsoft.com/office/powerpoint/2010/main" val="708462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6C141E-4B54-3EF5-6C37-D83D1828B744}"/>
              </a:ext>
            </a:extLst>
          </p:cNvPr>
          <p:cNvSpPr txBox="1"/>
          <p:nvPr/>
        </p:nvSpPr>
        <p:spPr>
          <a:xfrm>
            <a:off x="682171" y="522515"/>
            <a:ext cx="3393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Open stacks and create new stack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47B214-AD25-C6FD-D287-FE9BC2AD548F}"/>
              </a:ext>
            </a:extLst>
          </p:cNvPr>
          <p:cNvSpPr txBox="1"/>
          <p:nvPr/>
        </p:nvSpPr>
        <p:spPr>
          <a:xfrm>
            <a:off x="798285" y="1062518"/>
            <a:ext cx="952137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version: "3.9"</a:t>
            </a:r>
          </a:p>
          <a:p>
            <a:endParaRPr lang="en-US" dirty="0"/>
          </a:p>
          <a:p>
            <a:r>
              <a:rPr lang="en-US" dirty="0"/>
              <a:t>services: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mqtt</a:t>
            </a:r>
            <a:r>
              <a:rPr lang="en-US" dirty="0"/>
              <a:t>:</a:t>
            </a:r>
          </a:p>
          <a:p>
            <a:r>
              <a:rPr lang="en-US" dirty="0"/>
              <a:t>    image: </a:t>
            </a:r>
            <a:r>
              <a:rPr lang="en-US" dirty="0" err="1"/>
              <a:t>eclipse-mosquitto:latest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container_name</a:t>
            </a:r>
            <a:r>
              <a:rPr lang="en-US" dirty="0"/>
              <a:t>: </a:t>
            </a:r>
            <a:r>
              <a:rPr lang="en-US" dirty="0" err="1"/>
              <a:t>mqtt</a:t>
            </a:r>
            <a:endParaRPr lang="en-US" dirty="0"/>
          </a:p>
          <a:p>
            <a:r>
              <a:rPr lang="en-US" dirty="0"/>
              <a:t>    restart: unless-stopped</a:t>
            </a:r>
          </a:p>
          <a:p>
            <a:r>
              <a:rPr lang="en-US" dirty="0"/>
              <a:t>    ports:</a:t>
            </a:r>
          </a:p>
          <a:p>
            <a:r>
              <a:rPr lang="en-US" dirty="0"/>
              <a:t>      - "1883:1883"</a:t>
            </a:r>
          </a:p>
          <a:p>
            <a:r>
              <a:rPr lang="en-US" dirty="0"/>
              <a:t>      - "9001:9001"</a:t>
            </a:r>
          </a:p>
          <a:p>
            <a:r>
              <a:rPr lang="en-US" dirty="0"/>
              <a:t>    volumes:</a:t>
            </a:r>
          </a:p>
          <a:p>
            <a:r>
              <a:rPr lang="en-US" dirty="0"/>
              <a:t>      - /home/pi/</a:t>
            </a:r>
            <a:r>
              <a:rPr lang="en-US" dirty="0" err="1"/>
              <a:t>ming_stack</a:t>
            </a:r>
            <a:r>
              <a:rPr lang="en-US" dirty="0"/>
              <a:t>/</a:t>
            </a:r>
            <a:r>
              <a:rPr lang="en-US" dirty="0" err="1"/>
              <a:t>mosquitto</a:t>
            </a:r>
            <a:r>
              <a:rPr lang="en-US" dirty="0"/>
              <a:t>/config:/</a:t>
            </a:r>
            <a:r>
              <a:rPr lang="en-US" dirty="0" err="1"/>
              <a:t>mosquitto</a:t>
            </a:r>
            <a:r>
              <a:rPr lang="en-US" dirty="0"/>
              <a:t>/config</a:t>
            </a:r>
          </a:p>
          <a:p>
            <a:r>
              <a:rPr lang="en-US" dirty="0"/>
              <a:t>      - /home/pi/</a:t>
            </a:r>
            <a:r>
              <a:rPr lang="en-US" dirty="0" err="1"/>
              <a:t>ming_stack</a:t>
            </a:r>
            <a:r>
              <a:rPr lang="en-US" dirty="0"/>
              <a:t>/</a:t>
            </a:r>
            <a:r>
              <a:rPr lang="en-US" dirty="0" err="1"/>
              <a:t>mosquitto</a:t>
            </a:r>
            <a:r>
              <a:rPr lang="en-US" dirty="0"/>
              <a:t>/data:/</a:t>
            </a:r>
            <a:r>
              <a:rPr lang="en-US" dirty="0" err="1"/>
              <a:t>mosquitto</a:t>
            </a:r>
            <a:r>
              <a:rPr lang="en-US" dirty="0"/>
              <a:t>/data</a:t>
            </a:r>
          </a:p>
          <a:p>
            <a:r>
              <a:rPr lang="en-US" dirty="0"/>
              <a:t>      - /home/pi/</a:t>
            </a:r>
            <a:r>
              <a:rPr lang="en-US" dirty="0" err="1"/>
              <a:t>ming_stack</a:t>
            </a:r>
            <a:r>
              <a:rPr lang="en-US" dirty="0"/>
              <a:t>/</a:t>
            </a:r>
            <a:r>
              <a:rPr lang="en-US" dirty="0" err="1"/>
              <a:t>mosquitto</a:t>
            </a:r>
            <a:r>
              <a:rPr lang="en-US" dirty="0"/>
              <a:t>/log:/</a:t>
            </a:r>
            <a:r>
              <a:rPr lang="en-US" dirty="0" err="1"/>
              <a:t>mosquitto</a:t>
            </a:r>
            <a:r>
              <a:rPr lang="en-US" dirty="0"/>
              <a:t>/log</a:t>
            </a:r>
          </a:p>
          <a:p>
            <a:endParaRPr lang="en-US" dirty="0"/>
          </a:p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197563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6C141E-4B54-3EF5-6C37-D83D1828B744}"/>
              </a:ext>
            </a:extLst>
          </p:cNvPr>
          <p:cNvSpPr txBox="1"/>
          <p:nvPr/>
        </p:nvSpPr>
        <p:spPr>
          <a:xfrm>
            <a:off x="682171" y="522515"/>
            <a:ext cx="3393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Open stacks and create new stack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47B214-AD25-C6FD-D287-FE9BC2AD548F}"/>
              </a:ext>
            </a:extLst>
          </p:cNvPr>
          <p:cNvSpPr txBox="1"/>
          <p:nvPr/>
        </p:nvSpPr>
        <p:spPr>
          <a:xfrm>
            <a:off x="798285" y="1062518"/>
            <a:ext cx="952137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influxdb</a:t>
            </a:r>
            <a:r>
              <a:rPr lang="en-US" dirty="0"/>
              <a:t>:</a:t>
            </a:r>
          </a:p>
          <a:p>
            <a:r>
              <a:rPr lang="en-US" dirty="0"/>
              <a:t>    image: influxdb:2.7</a:t>
            </a:r>
          </a:p>
          <a:p>
            <a:r>
              <a:rPr lang="en-US" dirty="0"/>
              <a:t>    </a:t>
            </a:r>
            <a:r>
              <a:rPr lang="en-US" dirty="0" err="1"/>
              <a:t>container_name</a:t>
            </a:r>
            <a:r>
              <a:rPr lang="en-US" dirty="0"/>
              <a:t>: </a:t>
            </a:r>
            <a:r>
              <a:rPr lang="en-US" dirty="0" err="1"/>
              <a:t>influxdb</a:t>
            </a:r>
            <a:endParaRPr lang="en-US" dirty="0"/>
          </a:p>
          <a:p>
            <a:r>
              <a:rPr lang="en-US" dirty="0"/>
              <a:t>    restart: unless-stopped</a:t>
            </a:r>
          </a:p>
          <a:p>
            <a:r>
              <a:rPr lang="en-US" dirty="0"/>
              <a:t>    ports:</a:t>
            </a:r>
          </a:p>
          <a:p>
            <a:r>
              <a:rPr lang="en-US" dirty="0"/>
              <a:t>      - "8086:8086"</a:t>
            </a:r>
          </a:p>
          <a:p>
            <a:r>
              <a:rPr lang="en-US" dirty="0"/>
              <a:t>    volumes:</a:t>
            </a:r>
          </a:p>
          <a:p>
            <a:r>
              <a:rPr lang="en-US" dirty="0"/>
              <a:t>      - </a:t>
            </a:r>
            <a:r>
              <a:rPr lang="en-US" dirty="0" err="1"/>
              <a:t>influxdb_data</a:t>
            </a:r>
            <a:r>
              <a:rPr lang="en-US" dirty="0"/>
              <a:t>:/var/lib/influxdb2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nodered</a:t>
            </a:r>
            <a:r>
              <a:rPr lang="en-US" dirty="0"/>
              <a:t>:</a:t>
            </a:r>
          </a:p>
          <a:p>
            <a:r>
              <a:rPr lang="en-US" dirty="0"/>
              <a:t>    image: </a:t>
            </a:r>
            <a:r>
              <a:rPr lang="en-US" dirty="0" err="1"/>
              <a:t>nodered</a:t>
            </a:r>
            <a:r>
              <a:rPr lang="en-US" dirty="0"/>
              <a:t>/</a:t>
            </a:r>
            <a:r>
              <a:rPr lang="en-US" dirty="0" err="1"/>
              <a:t>node-red:latest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container_name</a:t>
            </a:r>
            <a:r>
              <a:rPr lang="en-US" dirty="0"/>
              <a:t>: </a:t>
            </a:r>
            <a:r>
              <a:rPr lang="en-US" dirty="0" err="1"/>
              <a:t>nodered</a:t>
            </a:r>
            <a:endParaRPr lang="en-US" dirty="0"/>
          </a:p>
          <a:p>
            <a:r>
              <a:rPr lang="en-US" dirty="0"/>
              <a:t>    restart: unless-stopped</a:t>
            </a:r>
          </a:p>
          <a:p>
            <a:r>
              <a:rPr lang="en-US" dirty="0"/>
              <a:t>    ports:</a:t>
            </a:r>
          </a:p>
          <a:p>
            <a:r>
              <a:rPr lang="en-US" dirty="0"/>
              <a:t>      - "1880:1880"</a:t>
            </a:r>
          </a:p>
          <a:p>
            <a:r>
              <a:rPr lang="en-US" dirty="0"/>
              <a:t>    volumes:</a:t>
            </a:r>
          </a:p>
          <a:p>
            <a:r>
              <a:rPr lang="en-US" dirty="0"/>
              <a:t>      - </a:t>
            </a:r>
            <a:r>
              <a:rPr lang="en-US" dirty="0" err="1"/>
              <a:t>nodered_data</a:t>
            </a:r>
            <a:r>
              <a:rPr lang="en-US" dirty="0"/>
              <a:t>:/data</a:t>
            </a:r>
          </a:p>
          <a:p>
            <a:endParaRPr lang="en-US" dirty="0"/>
          </a:p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088681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6C141E-4B54-3EF5-6C37-D83D1828B744}"/>
              </a:ext>
            </a:extLst>
          </p:cNvPr>
          <p:cNvSpPr txBox="1"/>
          <p:nvPr/>
        </p:nvSpPr>
        <p:spPr>
          <a:xfrm>
            <a:off x="682171" y="522515"/>
            <a:ext cx="3393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Open stacks and create new stack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47B214-AD25-C6FD-D287-FE9BC2AD548F}"/>
              </a:ext>
            </a:extLst>
          </p:cNvPr>
          <p:cNvSpPr txBox="1"/>
          <p:nvPr/>
        </p:nvSpPr>
        <p:spPr>
          <a:xfrm>
            <a:off x="798285" y="1062518"/>
            <a:ext cx="952137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grafana</a:t>
            </a:r>
            <a:r>
              <a:rPr lang="en-US" dirty="0"/>
              <a:t>:</a:t>
            </a:r>
          </a:p>
          <a:p>
            <a:r>
              <a:rPr lang="en-US" dirty="0"/>
              <a:t>    image: </a:t>
            </a:r>
            <a:r>
              <a:rPr lang="en-US" dirty="0" err="1"/>
              <a:t>grafana</a:t>
            </a:r>
            <a:r>
              <a:rPr lang="en-US" dirty="0"/>
              <a:t>/</a:t>
            </a:r>
            <a:r>
              <a:rPr lang="en-US" dirty="0" err="1"/>
              <a:t>grafana:latest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container_name</a:t>
            </a:r>
            <a:r>
              <a:rPr lang="en-US" dirty="0"/>
              <a:t>: </a:t>
            </a:r>
            <a:r>
              <a:rPr lang="en-US" dirty="0" err="1"/>
              <a:t>grafana</a:t>
            </a:r>
            <a:endParaRPr lang="en-US" dirty="0"/>
          </a:p>
          <a:p>
            <a:r>
              <a:rPr lang="en-US" dirty="0"/>
              <a:t>    restart: unless-stopped</a:t>
            </a:r>
          </a:p>
          <a:p>
            <a:r>
              <a:rPr lang="en-US" dirty="0"/>
              <a:t>    ports:</a:t>
            </a:r>
          </a:p>
          <a:p>
            <a:r>
              <a:rPr lang="en-US" dirty="0"/>
              <a:t>      - "3000:3000"</a:t>
            </a:r>
          </a:p>
          <a:p>
            <a:r>
              <a:rPr lang="en-US" dirty="0"/>
              <a:t>    volumes:</a:t>
            </a:r>
          </a:p>
          <a:p>
            <a:r>
              <a:rPr lang="en-US" dirty="0"/>
              <a:t>      - </a:t>
            </a:r>
            <a:r>
              <a:rPr lang="en-US" dirty="0" err="1"/>
              <a:t>grafana_data</a:t>
            </a:r>
            <a:r>
              <a:rPr lang="en-US" dirty="0"/>
              <a:t>:/var/lib/</a:t>
            </a:r>
            <a:r>
              <a:rPr lang="en-US" dirty="0" err="1"/>
              <a:t>grafana</a:t>
            </a:r>
            <a:endParaRPr lang="en-US" dirty="0"/>
          </a:p>
          <a:p>
            <a:endParaRPr lang="en-US" dirty="0"/>
          </a:p>
          <a:p>
            <a:r>
              <a:rPr lang="en-US" dirty="0"/>
              <a:t>volumes:</a:t>
            </a:r>
          </a:p>
          <a:p>
            <a:r>
              <a:rPr lang="en-US" dirty="0"/>
              <a:t>  </a:t>
            </a:r>
            <a:r>
              <a:rPr lang="en-US" dirty="0" err="1"/>
              <a:t>mqtt_config</a:t>
            </a:r>
            <a:r>
              <a:rPr lang="en-US" dirty="0"/>
              <a:t>:</a:t>
            </a:r>
          </a:p>
          <a:p>
            <a:r>
              <a:rPr lang="en-US" dirty="0"/>
              <a:t>  </a:t>
            </a:r>
            <a:r>
              <a:rPr lang="en-US" dirty="0" err="1"/>
              <a:t>mqtt_data</a:t>
            </a:r>
            <a:r>
              <a:rPr lang="en-US" dirty="0"/>
              <a:t>:</a:t>
            </a:r>
          </a:p>
          <a:p>
            <a:r>
              <a:rPr lang="en-US" dirty="0"/>
              <a:t>  </a:t>
            </a:r>
            <a:r>
              <a:rPr lang="en-US" dirty="0" err="1"/>
              <a:t>mqtt_log</a:t>
            </a:r>
            <a:r>
              <a:rPr lang="en-US" dirty="0"/>
              <a:t>:</a:t>
            </a:r>
          </a:p>
          <a:p>
            <a:r>
              <a:rPr lang="en-US" dirty="0"/>
              <a:t>  </a:t>
            </a:r>
            <a:r>
              <a:rPr lang="en-US" dirty="0" err="1"/>
              <a:t>influxdb_data</a:t>
            </a:r>
            <a:r>
              <a:rPr lang="en-US" dirty="0"/>
              <a:t>:</a:t>
            </a:r>
          </a:p>
          <a:p>
            <a:r>
              <a:rPr lang="en-US" dirty="0"/>
              <a:t>  </a:t>
            </a:r>
            <a:r>
              <a:rPr lang="en-US" dirty="0" err="1"/>
              <a:t>nodered_data</a:t>
            </a:r>
            <a:r>
              <a:rPr lang="en-US" dirty="0"/>
              <a:t>:</a:t>
            </a:r>
          </a:p>
          <a:p>
            <a:r>
              <a:rPr lang="en-US" dirty="0"/>
              <a:t>  </a:t>
            </a:r>
            <a:r>
              <a:rPr lang="en-US" dirty="0" err="1"/>
              <a:t>grafana_data</a:t>
            </a:r>
            <a:r>
              <a:rPr lang="en-US" dirty="0"/>
              <a:t>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2EC0A7-684C-8AEF-0B8E-8064549C215E}"/>
              </a:ext>
            </a:extLst>
          </p:cNvPr>
          <p:cNvSpPr txBox="1"/>
          <p:nvPr/>
        </p:nvSpPr>
        <p:spPr>
          <a:xfrm>
            <a:off x="8795657" y="5849837"/>
            <a:ext cx="1369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Deploy stack</a:t>
            </a:r>
          </a:p>
        </p:txBody>
      </p:sp>
    </p:spTree>
    <p:extLst>
      <p:ext uri="{BB962C8B-B14F-4D97-AF65-F5344CB8AC3E}">
        <p14:creationId xmlns:p14="http://schemas.microsoft.com/office/powerpoint/2010/main" val="3705253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045B4B4-124E-866D-BBE5-49669FAF34C9}"/>
              </a:ext>
            </a:extLst>
          </p:cNvPr>
          <p:cNvSpPr/>
          <p:nvPr/>
        </p:nvSpPr>
        <p:spPr>
          <a:xfrm>
            <a:off x="986971" y="885371"/>
            <a:ext cx="1524000" cy="6386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Smart Device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8B9485-FCB8-6B52-4234-8CFE402AF87A}"/>
              </a:ext>
            </a:extLst>
          </p:cNvPr>
          <p:cNvSpPr/>
          <p:nvPr/>
        </p:nvSpPr>
        <p:spPr>
          <a:xfrm>
            <a:off x="3447142" y="885371"/>
            <a:ext cx="1524000" cy="6386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Cloud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E04E33-1FB9-7ACB-A023-9D2BA3D13F3E}"/>
              </a:ext>
            </a:extLst>
          </p:cNvPr>
          <p:cNvSpPr txBox="1"/>
          <p:nvPr/>
        </p:nvSpPr>
        <p:spPr>
          <a:xfrm>
            <a:off x="5660572" y="1020019"/>
            <a:ext cx="2225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Direct device to cloud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88027AA-D51D-1833-BA81-46D9B3A68398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510971" y="1204686"/>
            <a:ext cx="9361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0FABB41C-BBC9-8FD9-BCD1-673C7E5AED65}"/>
              </a:ext>
            </a:extLst>
          </p:cNvPr>
          <p:cNvSpPr/>
          <p:nvPr/>
        </p:nvSpPr>
        <p:spPr>
          <a:xfrm>
            <a:off x="986971" y="2561771"/>
            <a:ext cx="1524000" cy="6386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IoT Node 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0126BC-8464-DC2D-09DC-B9FE876F4FA7}"/>
              </a:ext>
            </a:extLst>
          </p:cNvPr>
          <p:cNvSpPr/>
          <p:nvPr/>
        </p:nvSpPr>
        <p:spPr>
          <a:xfrm>
            <a:off x="986971" y="3512456"/>
            <a:ext cx="1524000" cy="6386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IoT Node 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BB4FE3-4200-9D39-7872-E6BA6C6FD49F}"/>
              </a:ext>
            </a:extLst>
          </p:cNvPr>
          <p:cNvSpPr/>
          <p:nvPr/>
        </p:nvSpPr>
        <p:spPr>
          <a:xfrm>
            <a:off x="986971" y="4463141"/>
            <a:ext cx="1524000" cy="6386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IoT Node 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6998AE-F85D-9BDD-6727-0FE416AC949C}"/>
              </a:ext>
            </a:extLst>
          </p:cNvPr>
          <p:cNvSpPr/>
          <p:nvPr/>
        </p:nvSpPr>
        <p:spPr>
          <a:xfrm>
            <a:off x="3447142" y="3581398"/>
            <a:ext cx="1524000" cy="6386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 Gateway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633169E-745F-FD15-6F1A-15F5CAB9B15D}"/>
              </a:ext>
            </a:extLst>
          </p:cNvPr>
          <p:cNvCxnSpPr>
            <a:endCxn id="12" idx="1"/>
          </p:cNvCxnSpPr>
          <p:nvPr/>
        </p:nvCxnSpPr>
        <p:spPr>
          <a:xfrm>
            <a:off x="2510971" y="2881085"/>
            <a:ext cx="936171" cy="10196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87F24E3-7799-5106-1F73-AC0054957DC2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 flipV="1">
            <a:off x="2510971" y="3900713"/>
            <a:ext cx="936171" cy="881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034B0E8-36F5-0A70-9618-48CC30469EE4}"/>
              </a:ext>
            </a:extLst>
          </p:cNvPr>
          <p:cNvCxnSpPr>
            <a:stCxn id="10" idx="3"/>
            <a:endCxn id="12" idx="1"/>
          </p:cNvCxnSpPr>
          <p:nvPr/>
        </p:nvCxnSpPr>
        <p:spPr>
          <a:xfrm>
            <a:off x="2510971" y="3831771"/>
            <a:ext cx="936171" cy="68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8C0364DE-08B8-2A61-338C-0973A27714CC}"/>
              </a:ext>
            </a:extLst>
          </p:cNvPr>
          <p:cNvSpPr/>
          <p:nvPr/>
        </p:nvSpPr>
        <p:spPr>
          <a:xfrm>
            <a:off x="5696860" y="3581398"/>
            <a:ext cx="1524000" cy="6386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Cloud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18645E9-3832-CE76-5C94-89DF25B806DE}"/>
              </a:ext>
            </a:extLst>
          </p:cNvPr>
          <p:cNvCxnSpPr>
            <a:stCxn id="12" idx="3"/>
            <a:endCxn id="19" idx="1"/>
          </p:cNvCxnSpPr>
          <p:nvPr/>
        </p:nvCxnSpPr>
        <p:spPr>
          <a:xfrm>
            <a:off x="4971142" y="3900713"/>
            <a:ext cx="7257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4F5C95C-3B5B-C464-13F5-DD5F973636CA}"/>
              </a:ext>
            </a:extLst>
          </p:cNvPr>
          <p:cNvSpPr txBox="1"/>
          <p:nvPr/>
        </p:nvSpPr>
        <p:spPr>
          <a:xfrm>
            <a:off x="4760686" y="3077029"/>
            <a:ext cx="1533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Using gateway</a:t>
            </a:r>
          </a:p>
        </p:txBody>
      </p:sp>
    </p:spTree>
    <p:extLst>
      <p:ext uri="{BB962C8B-B14F-4D97-AF65-F5344CB8AC3E}">
        <p14:creationId xmlns:p14="http://schemas.microsoft.com/office/powerpoint/2010/main" val="2560136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541</Words>
  <Application>Microsoft Macintosh PowerPoint</Application>
  <PresentationFormat>Widescreen</PresentationFormat>
  <Paragraphs>93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</cp:revision>
  <dcterms:created xsi:type="dcterms:W3CDTF">2026-04-04T06:35:43Z</dcterms:created>
  <dcterms:modified xsi:type="dcterms:W3CDTF">2026-04-04T10:46:43Z</dcterms:modified>
</cp:coreProperties>
</file>